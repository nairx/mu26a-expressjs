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N" userId="f6b097006a7c1cdf" providerId="LiveId" clId="{46FCCD65-1714-4BF3-A94C-CB4D20852E97}"/>
    <pc:docChg chg="custSel addSld modSld">
      <pc:chgData name="Praveen N" userId="f6b097006a7c1cdf" providerId="LiveId" clId="{46FCCD65-1714-4BF3-A94C-CB4D20852E97}" dt="2026-04-18T07:07:59.029" v="17" actId="22"/>
      <pc:docMkLst>
        <pc:docMk/>
      </pc:docMkLst>
      <pc:sldChg chg="addSp delSp mod">
        <pc:chgData name="Praveen N" userId="f6b097006a7c1cdf" providerId="LiveId" clId="{46FCCD65-1714-4BF3-A94C-CB4D20852E97}" dt="2026-04-18T07:00:51.007" v="6" actId="22"/>
        <pc:sldMkLst>
          <pc:docMk/>
          <pc:sldMk cId="3578443822" sldId="256"/>
        </pc:sldMkLst>
        <pc:spChg chg="del">
          <ac:chgData name="Praveen N" userId="f6b097006a7c1cdf" providerId="LiveId" clId="{46FCCD65-1714-4BF3-A94C-CB4D20852E97}" dt="2026-04-18T07:00:30.740" v="0" actId="478"/>
          <ac:spMkLst>
            <pc:docMk/>
            <pc:sldMk cId="3578443822" sldId="256"/>
            <ac:spMk id="2" creationId="{1BDCF1E2-28C9-CDF9-4858-E1DA5015E9FA}"/>
          </ac:spMkLst>
        </pc:spChg>
        <pc:spChg chg="del">
          <ac:chgData name="Praveen N" userId="f6b097006a7c1cdf" providerId="LiveId" clId="{46FCCD65-1714-4BF3-A94C-CB4D20852E97}" dt="2026-04-18T07:00:30.740" v="0" actId="478"/>
          <ac:spMkLst>
            <pc:docMk/>
            <pc:sldMk cId="3578443822" sldId="256"/>
            <ac:spMk id="3" creationId="{C5ABEA50-7FCF-A4C9-DE81-27622595138C}"/>
          </ac:spMkLst>
        </pc:spChg>
        <pc:picChg chg="add">
          <ac:chgData name="Praveen N" userId="f6b097006a7c1cdf" providerId="LiveId" clId="{46FCCD65-1714-4BF3-A94C-CB4D20852E97}" dt="2026-04-18T07:00:51.007" v="6" actId="22"/>
          <ac:picMkLst>
            <pc:docMk/>
            <pc:sldMk cId="3578443822" sldId="256"/>
            <ac:picMk id="5" creationId="{66F4865E-69D6-2B9E-13FD-BF74BE20F4C7}"/>
          </ac:picMkLst>
        </pc:picChg>
      </pc:sldChg>
      <pc:sldChg chg="addSp add mod">
        <pc:chgData name="Praveen N" userId="f6b097006a7c1cdf" providerId="LiveId" clId="{46FCCD65-1714-4BF3-A94C-CB4D20852E97}" dt="2026-04-18T07:01:14.425" v="7" actId="22"/>
        <pc:sldMkLst>
          <pc:docMk/>
          <pc:sldMk cId="3677395507" sldId="257"/>
        </pc:sldMkLst>
        <pc:picChg chg="add">
          <ac:chgData name="Praveen N" userId="f6b097006a7c1cdf" providerId="LiveId" clId="{46FCCD65-1714-4BF3-A94C-CB4D20852E97}" dt="2026-04-18T07:01:14.425" v="7" actId="22"/>
          <ac:picMkLst>
            <pc:docMk/>
            <pc:sldMk cId="3677395507" sldId="257"/>
            <ac:picMk id="3" creationId="{50A9C9CF-D2DB-CEF4-D473-F2A56B1D3051}"/>
          </ac:picMkLst>
        </pc:picChg>
      </pc:sldChg>
      <pc:sldChg chg="addSp add mod">
        <pc:chgData name="Praveen N" userId="f6b097006a7c1cdf" providerId="LiveId" clId="{46FCCD65-1714-4BF3-A94C-CB4D20852E97}" dt="2026-04-18T07:01:44.656" v="8" actId="22"/>
        <pc:sldMkLst>
          <pc:docMk/>
          <pc:sldMk cId="2173560145" sldId="258"/>
        </pc:sldMkLst>
        <pc:picChg chg="add">
          <ac:chgData name="Praveen N" userId="f6b097006a7c1cdf" providerId="LiveId" clId="{46FCCD65-1714-4BF3-A94C-CB4D20852E97}" dt="2026-04-18T07:01:44.656" v="8" actId="22"/>
          <ac:picMkLst>
            <pc:docMk/>
            <pc:sldMk cId="2173560145" sldId="258"/>
            <ac:picMk id="3" creationId="{F3FEA18D-6177-E554-BDE9-AA9B21743AF0}"/>
          </ac:picMkLst>
        </pc:picChg>
      </pc:sldChg>
      <pc:sldChg chg="addSp add mod">
        <pc:chgData name="Praveen N" userId="f6b097006a7c1cdf" providerId="LiveId" clId="{46FCCD65-1714-4BF3-A94C-CB4D20852E97}" dt="2026-04-18T07:03:04.296" v="9" actId="22"/>
        <pc:sldMkLst>
          <pc:docMk/>
          <pc:sldMk cId="2765013051" sldId="259"/>
        </pc:sldMkLst>
        <pc:picChg chg="add">
          <ac:chgData name="Praveen N" userId="f6b097006a7c1cdf" providerId="LiveId" clId="{46FCCD65-1714-4BF3-A94C-CB4D20852E97}" dt="2026-04-18T07:03:04.296" v="9" actId="22"/>
          <ac:picMkLst>
            <pc:docMk/>
            <pc:sldMk cId="2765013051" sldId="259"/>
            <ac:picMk id="3" creationId="{51FAA760-63C8-218B-59CD-AF4D827F1E26}"/>
          </ac:picMkLst>
        </pc:picChg>
      </pc:sldChg>
      <pc:sldChg chg="addSp add mod">
        <pc:chgData name="Praveen N" userId="f6b097006a7c1cdf" providerId="LiveId" clId="{46FCCD65-1714-4BF3-A94C-CB4D20852E97}" dt="2026-04-18T07:03:28.148" v="10" actId="22"/>
        <pc:sldMkLst>
          <pc:docMk/>
          <pc:sldMk cId="4180621817" sldId="260"/>
        </pc:sldMkLst>
        <pc:picChg chg="add">
          <ac:chgData name="Praveen N" userId="f6b097006a7c1cdf" providerId="LiveId" clId="{46FCCD65-1714-4BF3-A94C-CB4D20852E97}" dt="2026-04-18T07:03:28.148" v="10" actId="22"/>
          <ac:picMkLst>
            <pc:docMk/>
            <pc:sldMk cId="4180621817" sldId="260"/>
            <ac:picMk id="3" creationId="{CF7A3CB4-7F3E-AA95-F4DC-1E2AC566ED49}"/>
          </ac:picMkLst>
        </pc:picChg>
      </pc:sldChg>
      <pc:sldChg chg="addSp add mod">
        <pc:chgData name="Praveen N" userId="f6b097006a7c1cdf" providerId="LiveId" clId="{46FCCD65-1714-4BF3-A94C-CB4D20852E97}" dt="2026-04-18T07:04:04.022" v="14" actId="22"/>
        <pc:sldMkLst>
          <pc:docMk/>
          <pc:sldMk cId="2707279370" sldId="261"/>
        </pc:sldMkLst>
        <pc:picChg chg="add">
          <ac:chgData name="Praveen N" userId="f6b097006a7c1cdf" providerId="LiveId" clId="{46FCCD65-1714-4BF3-A94C-CB4D20852E97}" dt="2026-04-18T07:04:04.022" v="14" actId="22"/>
          <ac:picMkLst>
            <pc:docMk/>
            <pc:sldMk cId="2707279370" sldId="261"/>
            <ac:picMk id="3" creationId="{54C415CC-98D0-2DCC-0805-BEAA0DA1FB3C}"/>
          </ac:picMkLst>
        </pc:picChg>
      </pc:sldChg>
      <pc:sldChg chg="addSp add mod">
        <pc:chgData name="Praveen N" userId="f6b097006a7c1cdf" providerId="LiveId" clId="{46FCCD65-1714-4BF3-A94C-CB4D20852E97}" dt="2026-04-18T07:06:08.171" v="15" actId="22"/>
        <pc:sldMkLst>
          <pc:docMk/>
          <pc:sldMk cId="3538852679" sldId="262"/>
        </pc:sldMkLst>
        <pc:picChg chg="add">
          <ac:chgData name="Praveen N" userId="f6b097006a7c1cdf" providerId="LiveId" clId="{46FCCD65-1714-4BF3-A94C-CB4D20852E97}" dt="2026-04-18T07:06:08.171" v="15" actId="22"/>
          <ac:picMkLst>
            <pc:docMk/>
            <pc:sldMk cId="3538852679" sldId="262"/>
            <ac:picMk id="3" creationId="{780497A4-5197-C269-7286-DDF1DAE9E690}"/>
          </ac:picMkLst>
        </pc:picChg>
      </pc:sldChg>
      <pc:sldChg chg="addSp add mod">
        <pc:chgData name="Praveen N" userId="f6b097006a7c1cdf" providerId="LiveId" clId="{46FCCD65-1714-4BF3-A94C-CB4D20852E97}" dt="2026-04-18T07:07:07.251" v="16" actId="22"/>
        <pc:sldMkLst>
          <pc:docMk/>
          <pc:sldMk cId="1717205098" sldId="263"/>
        </pc:sldMkLst>
        <pc:picChg chg="add">
          <ac:chgData name="Praveen N" userId="f6b097006a7c1cdf" providerId="LiveId" clId="{46FCCD65-1714-4BF3-A94C-CB4D20852E97}" dt="2026-04-18T07:07:07.251" v="16" actId="22"/>
          <ac:picMkLst>
            <pc:docMk/>
            <pc:sldMk cId="1717205098" sldId="263"/>
            <ac:picMk id="3" creationId="{AA982C35-C9D4-930F-9A8C-C969F90A0136}"/>
          </ac:picMkLst>
        </pc:picChg>
      </pc:sldChg>
      <pc:sldChg chg="addSp add mod">
        <pc:chgData name="Praveen N" userId="f6b097006a7c1cdf" providerId="LiveId" clId="{46FCCD65-1714-4BF3-A94C-CB4D20852E97}" dt="2026-04-18T07:07:59.029" v="17" actId="22"/>
        <pc:sldMkLst>
          <pc:docMk/>
          <pc:sldMk cId="3857205667" sldId="264"/>
        </pc:sldMkLst>
        <pc:picChg chg="add">
          <ac:chgData name="Praveen N" userId="f6b097006a7c1cdf" providerId="LiveId" clId="{46FCCD65-1714-4BF3-A94C-CB4D20852E97}" dt="2026-04-18T07:07:59.029" v="17" actId="22"/>
          <ac:picMkLst>
            <pc:docMk/>
            <pc:sldMk cId="3857205667" sldId="264"/>
            <ac:picMk id="3" creationId="{70E42E37-C083-817F-8D93-DA6A00B4F9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42D7D-C89F-4BBE-C68F-A429B952B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8470C-A6B1-8A98-543B-C2EA11EC4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85C37-2D28-CBBF-8148-B384A7A6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7837D-93D8-D353-569A-197E09F1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BEEB2-D589-AFD7-6CE0-E7B7A528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3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BBB3-773A-4494-5482-C3B91BA8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ED57-72C8-A05B-61E1-32B354478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C4535-5DDF-18FF-CF2F-A433F9975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5EA1B-92D2-5EE9-F664-E70FBCC2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43B91-AF86-E8C4-5063-429D4E91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22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635E-ED9A-A54D-AD5B-DFBE5C8E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045DB-203C-5C01-39FA-5912F884A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9687B-3CA0-0714-86E1-C117A83E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CCF28-D250-3D6C-2F67-A8B85EA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006F-3421-3ADE-8169-7175D0DC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82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D4FB-31B1-4FEB-5B7A-7CF16033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BD83A-33E8-97E1-1F06-D45BAF51C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072DC-9FFC-4C0F-D561-B92F90817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63681-DCA6-1E12-77DD-4B76BDF7C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BBF4F-E211-7F17-1AAB-B3797B361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1F2A5-1805-E984-27F5-63502F854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730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73DD-553D-6606-4FD7-E452D298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9A3A-7524-2781-26D9-AD142A1FB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02A81-84A4-61DC-21AA-9EA83A460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23D63-6C60-D410-B4EC-0F8E164E8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0E4B10-FBE5-AC2D-4CF0-A4326AEC3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3CB07-F7FD-CE7A-72A9-095BC0E9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847F2-0A00-DDDB-2727-2C232B81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954BEF-7A26-7700-EA7B-5FAB8731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53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AB9C6-6407-5D91-2E5E-008CC13E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3CAE7-B95C-5179-758F-C8FFEB4C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1A8E-7ED8-7DB3-4508-08F9C841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2FA8-930F-30E2-3963-C623D5D0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1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03ACA-8188-2D76-4802-91856DDF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92EB9-B728-7050-60DF-30789951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BCB15-7D53-0F8E-F491-5BF4EC78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1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5D03-45DD-A17D-56BF-98DE7364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FC86-6447-E9BD-EB8B-00F25ED9A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80B7E-5D35-3AAA-C8C2-FC2BEA761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8E447-A62A-1748-FDD0-92560904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72924-068B-5C2D-1A34-66EA908F1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C5880-0F8D-56B3-9F7A-EEC16358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96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7A00-8D3F-5F99-BABA-A3C1D212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C7E82F-31BA-135E-9336-F0A267DF9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D4CDB-7FE3-A28A-23B8-ECA9535E3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8DEB7-7354-532F-A764-2DE1BCAC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D5AC5-E5FD-2C36-DB88-6E03A7C0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75EE5-E3D0-1804-8A7B-E949F164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24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B4288-6D5B-AB87-2F09-AF676C1D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001E-BA40-B461-BBAF-DE8EFFC4F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846E-8E19-AE62-1354-59B61B74E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5D806-3045-038E-0D54-5E0524571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1810F-7F16-0E02-0AF4-6BAB9015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52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DD49D-0DA7-5630-3665-C2886764D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C1BF6-C322-4E8B-8CFD-4C19A6ACE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5E901-04D6-4E4D-086E-74A4FEF7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66C0-9A83-A112-58F4-B948517A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53FB-68D9-8416-CFB9-9C467A32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5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E9A0B6-8D33-7DA1-D7A6-9068CB59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6E958-9F75-FE67-81C9-7B65140BC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6FE44-BFFF-1EEF-B454-04D84BABB4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DDEED-0D53-4308-995D-C2546B7DA47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FC07A-34DF-0D6C-C113-EA83C7813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23F4A-B297-EDC3-ACEE-059B735E9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64586-8F3A-4B6F-85AC-695C24FAA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8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F4865E-69D6-2B9E-13FD-BF74BE20F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857"/>
            <a:ext cx="12192000" cy="582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4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8C910-44E9-DAF6-6389-30E16918C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A9C9CF-D2DB-CEF4-D473-F2A56B1D3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180"/>
            <a:ext cx="12192000" cy="573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95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6AA4E-6B0D-3A2A-B8FB-9BF8E593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FEA18D-6177-E554-BDE9-AA9B2174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582"/>
            <a:ext cx="12192000" cy="647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60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6BBD-2577-AD87-BEC6-D6312937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AA760-63C8-218B-59CD-AF4D827F1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542"/>
            <a:ext cx="12192000" cy="639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1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5CA0-9158-751F-A636-6B895C93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A3CB4-7F3E-AA95-F4DC-1E2AC566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200"/>
            <a:ext cx="12192000" cy="60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2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470C-C0E7-AB6B-3461-A4F6B5B0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C415CC-98D0-2DCC-0805-BEAA0DA1F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50"/>
            <a:ext cx="12192000" cy="63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7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5A7A-5082-6599-CA0D-21079893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0497A4-5197-C269-7286-DDF1DAE9E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060"/>
            <a:ext cx="12192000" cy="600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5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7A5E-BD73-4366-182A-6C9D4570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82C35-C9D4-930F-9A8C-C969F90A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083"/>
            <a:ext cx="12192000" cy="616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0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1F08D-2FD7-5899-7520-AC3E5A26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42E37-C083-817F-8D93-DA6A00B4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480"/>
            <a:ext cx="12192000" cy="642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05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N</dc:creator>
  <cp:lastModifiedBy>Praveen N</cp:lastModifiedBy>
  <cp:revision>1</cp:revision>
  <dcterms:created xsi:type="dcterms:W3CDTF">2026-04-18T07:00:13Z</dcterms:created>
  <dcterms:modified xsi:type="dcterms:W3CDTF">2026-04-18T07:08:23Z</dcterms:modified>
</cp:coreProperties>
</file>